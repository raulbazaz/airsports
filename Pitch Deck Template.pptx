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9144000" cy="5143500" type="screen16x9"/>
  <p:notesSz cx="6858000" cy="9144000"/>
  <p:embeddedFontLst>
    <p:embeddedFont>
      <p:font typeface="Lexend" panose="020B0604020202020204" charset="0"/>
      <p:regular r:id="rId12"/>
      <p:bold r:id="rId13"/>
    </p:embeddedFont>
    <p:embeddedFont>
      <p:font typeface="Lexend Medium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cfafbc24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cfafbc24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0591d162e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40591d162e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0591d162e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40591d162e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0591d162e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40591d162e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0591d162e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0591d162e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0591d162e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40591d162e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0591d162e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40591d162e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0591d162e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40591d162e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0591d162e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0591d162e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bg>
      <p:bgPr>
        <a:solidFill>
          <a:srgbClr val="B0CFE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80700" y="1835101"/>
            <a:ext cx="6331500" cy="16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800"/>
              <a:buFont typeface="Lexend Medium"/>
              <a:buNone/>
              <a:defRPr sz="4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80700" y="3882325"/>
            <a:ext cx="63315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000"/>
              <a:buFont typeface="Lexend Medium"/>
              <a:buNone/>
              <a:defRPr sz="2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556900" y="3736650"/>
            <a:ext cx="6629100" cy="0"/>
          </a:xfrm>
          <a:prstGeom prst="straightConnector1">
            <a:avLst/>
          </a:prstGeom>
          <a:noFill/>
          <a:ln w="19050" cap="flat" cmpd="sng">
            <a:solidFill>
              <a:srgbClr val="2E475D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2">
  <p:cSld name="SECTION_HEADER_2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911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exend Medium"/>
              <a:buNone/>
              <a:defRPr sz="3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2 2">
  <p:cSld name="SECTION_HEADER_2_1_4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3000"/>
              <a:buFont typeface="Lexend Medium"/>
              <a:buNone/>
              <a:defRPr sz="3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2 1">
  <p:cSld name="SECTION_HEADER_2_1_3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0" y="0"/>
            <a:ext cx="9144000" cy="911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exend Medium"/>
              <a:buNone/>
              <a:defRPr sz="3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37968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675275" y="1042700"/>
            <a:ext cx="37968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5">
  <p:cSld name="SECTION_HEADER_2_1_1_2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486150" y="106185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3000"/>
              <a:buFont typeface="Lexend Medium"/>
              <a:buNone/>
              <a:defRPr sz="3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486150" y="1776125"/>
            <a:ext cx="29859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/>
          <p:nvPr/>
        </p:nvSpPr>
        <p:spPr>
          <a:xfrm>
            <a:off x="4008900" y="478650"/>
            <a:ext cx="1126200" cy="1126200"/>
          </a:xfrm>
          <a:prstGeom prst="ellipse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4008900" y="2008650"/>
            <a:ext cx="1126200" cy="1126200"/>
          </a:xfrm>
          <a:prstGeom prst="ellipse">
            <a:avLst/>
          </a:prstGeom>
          <a:solidFill>
            <a:srgbClr val="FF5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4008900" y="3538650"/>
            <a:ext cx="1126200" cy="1126200"/>
          </a:xfrm>
          <a:prstGeom prst="ellipse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5432125" y="70050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3"/>
          </p:nvPr>
        </p:nvSpPr>
        <p:spPr>
          <a:xfrm>
            <a:off x="5432125" y="223050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4"/>
          </p:nvPr>
        </p:nvSpPr>
        <p:spPr>
          <a:xfrm>
            <a:off x="5432125" y="376050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6">
  <p:cSld name="SECTION_HEADER_2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1"/>
          <p:cNvSpPr>
            <a:spLocks noGrp="1"/>
          </p:cNvSpPr>
          <p:nvPr>
            <p:ph type="pic" idx="2"/>
          </p:nvPr>
        </p:nvSpPr>
        <p:spPr>
          <a:xfrm>
            <a:off x="4911300" y="665700"/>
            <a:ext cx="3980400" cy="377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1"/>
          <p:cNvSpPr/>
          <p:nvPr/>
        </p:nvSpPr>
        <p:spPr>
          <a:xfrm>
            <a:off x="0" y="665700"/>
            <a:ext cx="4911300" cy="3770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8891700" y="665700"/>
            <a:ext cx="252300" cy="3770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334700" y="1248850"/>
            <a:ext cx="41502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exend Medium"/>
              <a:buNone/>
              <a:defRPr sz="3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334700" y="2083050"/>
            <a:ext cx="41502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334700" y="1969100"/>
            <a:ext cx="41478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8">
  <p:cSld name="SECTION_HEADER_2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Layout 1">
  <p:cSld name="CUSTOM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31400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82" name="Google Shape;82;p14"/>
          <p:cNvCxnSpPr/>
          <p:nvPr/>
        </p:nvCxnSpPr>
        <p:spPr>
          <a:xfrm>
            <a:off x="3121100" y="203325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170125" y="4645100"/>
            <a:ext cx="620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0" y="0"/>
            <a:ext cx="2771700" cy="5143500"/>
          </a:xfrm>
          <a:prstGeom prst="rect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2"/>
          </p:nvPr>
        </p:nvSpPr>
        <p:spPr>
          <a:xfrm>
            <a:off x="334700" y="571725"/>
            <a:ext cx="2157300" cy="19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3000"/>
              <a:buFont typeface="Lexend Medium"/>
              <a:buNone/>
              <a:defRPr sz="3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86" name="Google Shape;86;p14"/>
          <p:cNvSpPr>
            <a:spLocks noGrp="1"/>
          </p:cNvSpPr>
          <p:nvPr>
            <p:ph type="pic" idx="3"/>
          </p:nvPr>
        </p:nvSpPr>
        <p:spPr>
          <a:xfrm>
            <a:off x="3265400" y="41807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 txBox="1">
            <a:spLocks noGrp="1"/>
          </p:cNvSpPr>
          <p:nvPr>
            <p:ph type="title" idx="4"/>
          </p:nvPr>
        </p:nvSpPr>
        <p:spPr>
          <a:xfrm>
            <a:off x="50261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88" name="Google Shape;88;p14"/>
          <p:cNvCxnSpPr/>
          <p:nvPr/>
        </p:nvCxnSpPr>
        <p:spPr>
          <a:xfrm>
            <a:off x="5007200" y="203325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4"/>
          <p:cNvSpPr>
            <a:spLocks noGrp="1"/>
          </p:cNvSpPr>
          <p:nvPr>
            <p:ph type="pic" idx="5"/>
          </p:nvPr>
        </p:nvSpPr>
        <p:spPr>
          <a:xfrm>
            <a:off x="5151500" y="41807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>
            <a:spLocks noGrp="1"/>
          </p:cNvSpPr>
          <p:nvPr>
            <p:ph type="title" idx="6"/>
          </p:nvPr>
        </p:nvSpPr>
        <p:spPr>
          <a:xfrm>
            <a:off x="69311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6912200" y="203325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4"/>
          <p:cNvSpPr>
            <a:spLocks noGrp="1"/>
          </p:cNvSpPr>
          <p:nvPr>
            <p:ph type="pic" idx="7"/>
          </p:nvPr>
        </p:nvSpPr>
        <p:spPr>
          <a:xfrm>
            <a:off x="7056500" y="41807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3" name="Google Shape;93;p14"/>
          <p:cNvSpPr txBox="1">
            <a:spLocks noGrp="1"/>
          </p:cNvSpPr>
          <p:nvPr>
            <p:ph type="title" idx="8"/>
          </p:nvPr>
        </p:nvSpPr>
        <p:spPr>
          <a:xfrm>
            <a:off x="31400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94" name="Google Shape;94;p14"/>
          <p:cNvCxnSpPr/>
          <p:nvPr/>
        </p:nvCxnSpPr>
        <p:spPr>
          <a:xfrm>
            <a:off x="3121100" y="432770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4"/>
          <p:cNvSpPr>
            <a:spLocks noGrp="1"/>
          </p:cNvSpPr>
          <p:nvPr>
            <p:ph type="pic" idx="9"/>
          </p:nvPr>
        </p:nvSpPr>
        <p:spPr>
          <a:xfrm>
            <a:off x="3265400" y="271252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6" name="Google Shape;96;p14"/>
          <p:cNvSpPr txBox="1">
            <a:spLocks noGrp="1"/>
          </p:cNvSpPr>
          <p:nvPr>
            <p:ph type="title" idx="13"/>
          </p:nvPr>
        </p:nvSpPr>
        <p:spPr>
          <a:xfrm>
            <a:off x="50261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97" name="Google Shape;97;p14"/>
          <p:cNvCxnSpPr/>
          <p:nvPr/>
        </p:nvCxnSpPr>
        <p:spPr>
          <a:xfrm>
            <a:off x="5007200" y="432770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" name="Google Shape;98;p14"/>
          <p:cNvSpPr>
            <a:spLocks noGrp="1"/>
          </p:cNvSpPr>
          <p:nvPr>
            <p:ph type="pic" idx="14"/>
          </p:nvPr>
        </p:nvSpPr>
        <p:spPr>
          <a:xfrm>
            <a:off x="5151500" y="271252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14"/>
          <p:cNvSpPr txBox="1">
            <a:spLocks noGrp="1"/>
          </p:cNvSpPr>
          <p:nvPr>
            <p:ph type="title" idx="15"/>
          </p:nvPr>
        </p:nvSpPr>
        <p:spPr>
          <a:xfrm>
            <a:off x="69311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100" name="Google Shape;100;p14"/>
          <p:cNvCxnSpPr/>
          <p:nvPr/>
        </p:nvCxnSpPr>
        <p:spPr>
          <a:xfrm>
            <a:off x="6912200" y="432770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101;p14"/>
          <p:cNvSpPr>
            <a:spLocks noGrp="1"/>
          </p:cNvSpPr>
          <p:nvPr>
            <p:ph type="pic" idx="16"/>
          </p:nvPr>
        </p:nvSpPr>
        <p:spPr>
          <a:xfrm>
            <a:off x="7056500" y="271252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14"/>
          <p:cNvSpPr txBox="1">
            <a:spLocks noGrp="1"/>
          </p:cNvSpPr>
          <p:nvPr>
            <p:ph type="body" idx="1"/>
          </p:nvPr>
        </p:nvSpPr>
        <p:spPr>
          <a:xfrm>
            <a:off x="334700" y="2703000"/>
            <a:ext cx="18690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●"/>
              <a:defRPr sz="1500">
                <a:solidFill>
                  <a:srgbClr val="2E475D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○"/>
              <a:defRPr sz="1500">
                <a:solidFill>
                  <a:srgbClr val="2E475D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■"/>
              <a:defRPr sz="1500">
                <a:solidFill>
                  <a:srgbClr val="2E475D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●"/>
              <a:defRPr sz="1500">
                <a:solidFill>
                  <a:srgbClr val="2E475D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○"/>
              <a:defRPr sz="1500">
                <a:solidFill>
                  <a:srgbClr val="2E475D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■"/>
              <a:defRPr sz="1500">
                <a:solidFill>
                  <a:srgbClr val="2E475D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●"/>
              <a:defRPr sz="1500">
                <a:solidFill>
                  <a:srgbClr val="2E475D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○"/>
              <a:defRPr sz="1500">
                <a:solidFill>
                  <a:srgbClr val="2E475D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■"/>
              <a:defRPr sz="15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Font typeface="Lexend"/>
              <a:buNone/>
              <a:defRPr sz="2800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"/>
              <a:buChar char="●"/>
              <a:defRPr sz="1800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○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■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●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○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■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●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○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■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9" r:id="rId7"/>
    <p:sldLayoutId id="214748366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ctrTitle"/>
          </p:nvPr>
        </p:nvSpPr>
        <p:spPr>
          <a:xfrm>
            <a:off x="480700" y="1835101"/>
            <a:ext cx="6331500" cy="16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of Presentation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Goes Here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ubTitle" idx="1"/>
          </p:nvPr>
        </p:nvSpPr>
        <p:spPr>
          <a:xfrm>
            <a:off x="480700" y="3882325"/>
            <a:ext cx="63315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Subtitle of Presentation Goes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8138100" cy="8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/>
              <a:t>Justify your business and why consumers will find it valuable.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2E475D"/>
                </a:solidFill>
                <a:highlight>
                  <a:srgbClr val="FFFFFF"/>
                </a:highlight>
              </a:rPr>
              <a:t>How will your business resolve the problem? Identify current industry solutions and gaps.</a:t>
            </a:r>
            <a:endParaRPr dirty="0">
              <a:solidFill>
                <a:srgbClr val="2E475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486150" y="106185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Size</a:t>
            </a:r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486150" y="1776125"/>
            <a:ext cx="29859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E475D"/>
                </a:solidFill>
                <a:highlight>
                  <a:srgbClr val="FFFFFF"/>
                </a:highlight>
              </a:rPr>
              <a:t>Discuss market data that confirms your product’s longevity. </a:t>
            </a:r>
            <a:endParaRPr dirty="0">
              <a:solidFill>
                <a:srgbClr val="2E475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484" b="14477"/>
          <a:stretch/>
        </p:blipFill>
        <p:spPr>
          <a:xfrm>
            <a:off x="4911300" y="665700"/>
            <a:ext cx="3980402" cy="3770102"/>
          </a:xfrm>
          <a:prstGeom prst="rect">
            <a:avLst/>
          </a:prstGeom>
        </p:spPr>
      </p:pic>
      <p:sp>
        <p:nvSpPr>
          <p:cNvPr id="182" name="Google Shape;182;p23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334700" y="1248850"/>
            <a:ext cx="41502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</a:t>
            </a:r>
            <a:endParaRPr dirty="0"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334700" y="2083050"/>
            <a:ext cx="41502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Discuss your </a:t>
            </a:r>
            <a:r>
              <a:rPr lang="en" sz="1800" b="1" dirty="0"/>
              <a:t>product and center your value proposition.</a:t>
            </a:r>
            <a:r>
              <a:rPr lang="en" sz="1800" dirty="0"/>
              <a:t> </a:t>
            </a:r>
            <a:endParaRPr sz="1800" dirty="0"/>
          </a:p>
        </p:txBody>
      </p:sp>
      <p:sp>
        <p:nvSpPr>
          <p:cNvPr id="185" name="Google Shape;185;p23"/>
          <p:cNvSpPr/>
          <p:nvPr/>
        </p:nvSpPr>
        <p:spPr>
          <a:xfrm>
            <a:off x="5819000" y="2291850"/>
            <a:ext cx="2155800" cy="559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Image is customizable</a:t>
            </a:r>
            <a:endParaRPr sz="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</a:pPr>
            <a:r>
              <a:rPr lang="en" dirty="0">
                <a:solidFill>
                  <a:srgbClr val="2E475D"/>
                </a:solidFill>
                <a:highlight>
                  <a:srgbClr val="FFFFFF"/>
                </a:highlight>
              </a:rPr>
              <a:t>Discuss </a:t>
            </a:r>
            <a:r>
              <a:rPr lang="en" b="1" dirty="0">
                <a:solidFill>
                  <a:srgbClr val="2E475D"/>
                </a:solidFill>
                <a:highlight>
                  <a:srgbClr val="FFFFFF"/>
                </a:highlight>
              </a:rPr>
              <a:t>how your business will run </a:t>
            </a:r>
            <a:r>
              <a:rPr lang="en" dirty="0">
                <a:solidFill>
                  <a:srgbClr val="2E475D"/>
                </a:solidFill>
                <a:highlight>
                  <a:srgbClr val="FFFFFF"/>
                </a:highlight>
              </a:rPr>
              <a:t>and launch its product for sustainable growth.</a:t>
            </a:r>
            <a:endParaRPr dirty="0">
              <a:solidFill>
                <a:srgbClr val="2E475D"/>
              </a:solidFill>
              <a:highlight>
                <a:srgbClr val="FFFFFF"/>
              </a:highlight>
            </a:endParaRPr>
          </a:p>
        </p:txBody>
      </p:sp>
      <p:sp>
        <p:nvSpPr>
          <p:cNvPr id="191" name="Google Shape;191;p24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Adoption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8138100" cy="8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rPr>
              <a:t>Show </a:t>
            </a:r>
            <a:r>
              <a:rPr lang="en" b="1">
                <a:solidFill>
                  <a:srgbClr val="2E475D"/>
                </a:solidFill>
              </a:rPr>
              <a:t>social proof</a:t>
            </a:r>
            <a:r>
              <a:rPr lang="en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rPr>
              <a:t> that your target market will purchase your product.</a:t>
            </a:r>
            <a:endParaRPr>
              <a:solidFill>
                <a:srgbClr val="2E475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2E475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8138100" cy="8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2E475D"/>
                </a:solidFill>
              </a:rPr>
              <a:t>Cover </a:t>
            </a:r>
            <a:r>
              <a:rPr lang="en" b="1" dirty="0">
                <a:solidFill>
                  <a:srgbClr val="2E475D"/>
                </a:solidFill>
              </a:rPr>
              <a:t>basic advantages and disadvantages</a:t>
            </a:r>
            <a:r>
              <a:rPr lang="en" dirty="0">
                <a:solidFill>
                  <a:srgbClr val="2E475D"/>
                </a:solidFill>
              </a:rPr>
              <a:t> of your competitors to contextualize your product. </a:t>
            </a:r>
            <a:endParaRPr dirty="0">
              <a:solidFill>
                <a:srgbClr val="2E475D"/>
              </a:solidFill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552875" y="1912700"/>
            <a:ext cx="3880800" cy="568200"/>
          </a:xfrm>
          <a:prstGeom prst="rect">
            <a:avLst/>
          </a:prstGeom>
          <a:solidFill>
            <a:srgbClr val="FF5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body" idx="4294967295"/>
          </p:nvPr>
        </p:nvSpPr>
        <p:spPr>
          <a:xfrm>
            <a:off x="841696" y="2010905"/>
            <a:ext cx="3341100" cy="37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Advantages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4628676" y="1912700"/>
            <a:ext cx="3880800" cy="568200"/>
          </a:xfrm>
          <a:prstGeom prst="rect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body" idx="4294967295"/>
          </p:nvPr>
        </p:nvSpPr>
        <p:spPr>
          <a:xfrm>
            <a:off x="4917496" y="2010905"/>
            <a:ext cx="3341100" cy="37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Disadvantages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31400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Last, Title</a:t>
            </a:r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ldNum" idx="12"/>
          </p:nvPr>
        </p:nvSpPr>
        <p:spPr>
          <a:xfrm>
            <a:off x="170125" y="4645100"/>
            <a:ext cx="620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title" idx="2"/>
          </p:nvPr>
        </p:nvSpPr>
        <p:spPr>
          <a:xfrm>
            <a:off x="334700" y="571725"/>
            <a:ext cx="2157300" cy="19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475D"/>
                </a:solidFill>
              </a:rPr>
              <a:t>Our Team</a:t>
            </a:r>
            <a:endParaRPr>
              <a:solidFill>
                <a:srgbClr val="2E475D"/>
              </a:solidFill>
            </a:endParaRPr>
          </a:p>
        </p:txBody>
      </p:sp>
      <p:pic>
        <p:nvPicPr>
          <p:cNvPr id="220" name="Google Shape;220;p2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b="30177"/>
          <a:stretch/>
        </p:blipFill>
        <p:spPr>
          <a:xfrm>
            <a:off x="3265400" y="418075"/>
            <a:ext cx="1428300" cy="1428300"/>
          </a:xfrm>
          <a:prstGeom prst="ellipse">
            <a:avLst/>
          </a:prstGeom>
        </p:spPr>
      </p:pic>
      <p:sp>
        <p:nvSpPr>
          <p:cNvPr id="221" name="Google Shape;221;p27"/>
          <p:cNvSpPr txBox="1">
            <a:spLocks noGrp="1"/>
          </p:cNvSpPr>
          <p:nvPr>
            <p:ph type="title" idx="4"/>
          </p:nvPr>
        </p:nvSpPr>
        <p:spPr>
          <a:xfrm>
            <a:off x="50261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 Last, Title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27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 b="30516"/>
          <a:stretch/>
        </p:blipFill>
        <p:spPr>
          <a:xfrm>
            <a:off x="5151500" y="418075"/>
            <a:ext cx="1428300" cy="1428300"/>
          </a:xfrm>
          <a:prstGeom prst="ellipse">
            <a:avLst/>
          </a:prstGeom>
        </p:spPr>
      </p:pic>
      <p:sp>
        <p:nvSpPr>
          <p:cNvPr id="223" name="Google Shape;223;p27"/>
          <p:cNvSpPr txBox="1">
            <a:spLocks noGrp="1"/>
          </p:cNvSpPr>
          <p:nvPr>
            <p:ph type="title" idx="6"/>
          </p:nvPr>
        </p:nvSpPr>
        <p:spPr>
          <a:xfrm>
            <a:off x="69311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Last, Title</a:t>
            </a:r>
            <a:endParaRPr/>
          </a:p>
        </p:txBody>
      </p:sp>
      <p:pic>
        <p:nvPicPr>
          <p:cNvPr id="224" name="Google Shape;224;p27"/>
          <p:cNvPicPr preferRelativeResize="0">
            <a:picLocks noGrp="1"/>
          </p:cNvPicPr>
          <p:nvPr>
            <p:ph type="pic" idx="7"/>
          </p:nvPr>
        </p:nvPicPr>
        <p:blipFill rotWithShape="1">
          <a:blip r:embed="rId3">
            <a:alphaModFix/>
          </a:blip>
          <a:srcRect b="30177"/>
          <a:stretch/>
        </p:blipFill>
        <p:spPr>
          <a:xfrm>
            <a:off x="7056500" y="418075"/>
            <a:ext cx="1428300" cy="1428300"/>
          </a:xfrm>
          <a:prstGeom prst="ellipse">
            <a:avLst/>
          </a:prstGeom>
        </p:spPr>
      </p:pic>
      <p:sp>
        <p:nvSpPr>
          <p:cNvPr id="225" name="Google Shape;225;p27"/>
          <p:cNvSpPr txBox="1">
            <a:spLocks noGrp="1"/>
          </p:cNvSpPr>
          <p:nvPr>
            <p:ph type="title" idx="8"/>
          </p:nvPr>
        </p:nvSpPr>
        <p:spPr>
          <a:xfrm>
            <a:off x="31400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 Last, Title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27"/>
          <p:cNvPicPr preferRelativeResize="0">
            <a:picLocks noGrp="1"/>
          </p:cNvPicPr>
          <p:nvPr>
            <p:ph type="pic" idx="9"/>
          </p:nvPr>
        </p:nvPicPr>
        <p:blipFill rotWithShape="1">
          <a:blip r:embed="rId4">
            <a:alphaModFix/>
          </a:blip>
          <a:srcRect b="30516"/>
          <a:stretch/>
        </p:blipFill>
        <p:spPr>
          <a:xfrm>
            <a:off x="3265400" y="2712525"/>
            <a:ext cx="1428300" cy="1428300"/>
          </a:xfrm>
          <a:prstGeom prst="ellipse">
            <a:avLst/>
          </a:prstGeom>
        </p:spPr>
      </p:pic>
      <p:sp>
        <p:nvSpPr>
          <p:cNvPr id="227" name="Google Shape;227;p27"/>
          <p:cNvSpPr txBox="1">
            <a:spLocks noGrp="1"/>
          </p:cNvSpPr>
          <p:nvPr>
            <p:ph type="title" idx="13"/>
          </p:nvPr>
        </p:nvSpPr>
        <p:spPr>
          <a:xfrm>
            <a:off x="50261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 Last, Title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27"/>
          <p:cNvPicPr preferRelativeResize="0">
            <a:picLocks noGrp="1"/>
          </p:cNvPicPr>
          <p:nvPr>
            <p:ph type="pic" idx="14"/>
          </p:nvPr>
        </p:nvPicPr>
        <p:blipFill rotWithShape="1">
          <a:blip r:embed="rId3">
            <a:alphaModFix/>
          </a:blip>
          <a:srcRect b="30177"/>
          <a:stretch/>
        </p:blipFill>
        <p:spPr>
          <a:xfrm>
            <a:off x="5151500" y="2712525"/>
            <a:ext cx="1428300" cy="1428300"/>
          </a:xfrm>
          <a:prstGeom prst="ellipse">
            <a:avLst/>
          </a:prstGeom>
        </p:spPr>
      </p:pic>
      <p:sp>
        <p:nvSpPr>
          <p:cNvPr id="229" name="Google Shape;229;p27"/>
          <p:cNvSpPr txBox="1">
            <a:spLocks noGrp="1"/>
          </p:cNvSpPr>
          <p:nvPr>
            <p:ph type="title" idx="15"/>
          </p:nvPr>
        </p:nvSpPr>
        <p:spPr>
          <a:xfrm>
            <a:off x="69311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 Last, Title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27"/>
          <p:cNvPicPr preferRelativeResize="0">
            <a:picLocks noGrp="1"/>
          </p:cNvPicPr>
          <p:nvPr>
            <p:ph type="pic" idx="16"/>
          </p:nvPr>
        </p:nvPicPr>
        <p:blipFill rotWithShape="1">
          <a:blip r:embed="rId4">
            <a:alphaModFix/>
          </a:blip>
          <a:srcRect b="30516"/>
          <a:stretch/>
        </p:blipFill>
        <p:spPr>
          <a:xfrm>
            <a:off x="7056500" y="2712525"/>
            <a:ext cx="1428300" cy="1428300"/>
          </a:xfrm>
          <a:prstGeom prst="ellipse">
            <a:avLst/>
          </a:prstGeom>
        </p:spPr>
      </p:pic>
      <p:sp>
        <p:nvSpPr>
          <p:cNvPr id="231" name="Google Shape;231;p27"/>
          <p:cNvSpPr txBox="1">
            <a:spLocks noGrp="1"/>
          </p:cNvSpPr>
          <p:nvPr>
            <p:ph type="body" idx="1"/>
          </p:nvPr>
        </p:nvSpPr>
        <p:spPr>
          <a:xfrm>
            <a:off x="334700" y="2703000"/>
            <a:ext cx="18690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Introduce the top minds behind your business.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On-screen Show (16:9)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Lexend Medium</vt:lpstr>
      <vt:lpstr>Arial</vt:lpstr>
      <vt:lpstr>Lexend</vt:lpstr>
      <vt:lpstr>Simple Light</vt:lpstr>
      <vt:lpstr>Title of Presentation Goes Here</vt:lpstr>
      <vt:lpstr>Problem</vt:lpstr>
      <vt:lpstr>Solution</vt:lpstr>
      <vt:lpstr>Market Size</vt:lpstr>
      <vt:lpstr>Product</vt:lpstr>
      <vt:lpstr>Business Model</vt:lpstr>
      <vt:lpstr>Market Adoption</vt:lpstr>
      <vt:lpstr>Competition</vt:lpstr>
      <vt:lpstr>First Last,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Dhairya sharma</dc:creator>
  <cp:lastModifiedBy>Dhairya sharma</cp:lastModifiedBy>
  <cp:revision>3</cp:revision>
  <dcterms:modified xsi:type="dcterms:W3CDTF">2026-10-11T09:12:01Z</dcterms:modified>
</cp:coreProperties>
</file>